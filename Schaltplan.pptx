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4674"/>
  </p:normalViewPr>
  <p:slideViewPr>
    <p:cSldViewPr snapToGrid="0">
      <p:cViewPr varScale="1">
        <p:scale>
          <a:sx n="124" d="100"/>
          <a:sy n="124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947B73-639E-6C3A-DEEC-1E90BBB0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EFF154-B3BA-A0B8-E29A-77CAAB812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85B0BF-537F-D1D7-9219-AF16CC19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80724-8057-89EC-71A1-3175A386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4B401-834F-D695-8432-5BAF8DB7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6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6334A-A911-B7AA-0158-90D30406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4405FE-E89C-7674-3796-DF9FB44FD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1010D9-B44B-35C3-F077-F6DFE458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482C06-60FF-8772-FA56-9BBE00CB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CF112D-E2EE-CFD5-BFE3-0C9693B5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44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F610EF-F369-AB62-C3A6-7BF11470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2F1BFB-AB81-043A-0B00-CAAD60D9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AE0CBD-1F0B-5605-4228-4732D2B0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04E5CF-C708-2868-5F1E-4046B4BE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A01396-239E-ED62-0D29-2932EBCE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10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76F61-AC75-B2C6-E68C-8A1F112E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3B14FC-57D2-90B5-296D-85C5FA9FE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C1D0D5-F358-E582-7CED-1869D2949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F2BDF1-FC0E-72AD-6380-D997AA6E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33BE10-3A3C-98F8-EDC4-3614943F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C53A23-7291-3C4A-C2BF-4A77D0CF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2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D7BCF-A99C-C243-3562-CC3ABF89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EBA35E-07F6-77BA-3022-2799241AE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376EFB-70A1-4102-A255-D5A4D8EAF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9A043D-A653-232D-F776-44077F6F5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D57F04E-7750-96B9-F529-C1BCAF154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7B6089-BF36-BDD3-4E7F-0529C64C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9F5079-14B7-7000-5EEE-3E7D550A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7CCCDED-0829-11F4-C487-1D194E94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924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F61EB-1CFD-EE1B-2730-1AEABA7A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F01208-168E-0B2C-ED39-A0B242AF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EACA75-AA89-DF78-6C73-65C682EC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C6B529-EF91-E79A-9FF9-141FB2C3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314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577FA1-2722-8436-2E99-6D282495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2A4B58-BC97-F7B3-7E06-E486DA62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695158-2F2E-9AC0-ABC6-70E45D91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814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152ED-49C6-1F33-E353-57FCF1F1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1F34A5-3586-2C40-A60E-C1091D858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1D9401-33EB-BAD5-0E3E-1E2861989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C85BA1-908E-15F7-B312-9433FF8F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2371A5-E144-E485-403E-C627BB50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2234B8-1023-4474-B674-C086590E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79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71D9B-1B80-8976-055C-4E940671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FCC4CE1-6A94-DEEE-8A69-1B17B782F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E0F31E-28D9-C046-062A-97B9A8341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ECE709-7493-5653-239E-A4EAAF74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2BA705-89FA-8C3C-0053-3151666C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6E6E0A-FABF-1992-C548-0AD737F5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365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677C3-3100-D4A7-BEDF-3893BE9A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1A4E1A-DAEB-A855-B7F6-34AFCC804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6C866A-AE17-BD31-B9B6-EA4D23DC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327787-E06A-6CF2-F102-E3F4B2DE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7F080A-C380-8C75-B51F-2A44F63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009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7926F0E-82AA-14CC-CBBD-A733B5340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6DA1B6-652E-1E3C-8BD7-C9B84D423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02A657-F7BE-7AC3-4E64-B2DE90E1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84B39C-A6AD-DE3D-CAE7-49E252CB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E5AA8F-D767-3F72-69B8-3E42FA0B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11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6F3FA2-0F22-201F-31D6-6A3F0031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EF9F2C-091A-8935-74B8-2B26F0CDB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BCD29B-23FB-5312-B438-313D14A5E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A1A4B-70DC-554E-9CF0-CCD9FA0C1080}" type="datetimeFigureOut">
              <a:rPr lang="de-DE" smtClean="0"/>
              <a:t>18.02.25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4AE2DC-9B32-24DF-6C2D-5E7EAD253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0BEDE-1C2E-4752-50DA-F666462C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F2C63-1C30-7741-B671-DD7B4F9D3D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31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952B0D0-CE32-B13C-C138-9F39CA70C562}"/>
              </a:ext>
            </a:extLst>
          </p:cNvPr>
          <p:cNvSpPr/>
          <p:nvPr/>
        </p:nvSpPr>
        <p:spPr>
          <a:xfrm>
            <a:off x="4757057" y="1502229"/>
            <a:ext cx="1698172" cy="3624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ESP32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E5DC0A4-ED6B-652E-86AF-0E25D8F574F9}"/>
              </a:ext>
            </a:extLst>
          </p:cNvPr>
          <p:cNvGrpSpPr/>
          <p:nvPr/>
        </p:nvGrpSpPr>
        <p:grpSpPr>
          <a:xfrm>
            <a:off x="8835136" y="1502229"/>
            <a:ext cx="113792" cy="256032"/>
            <a:chOff x="9180576" y="1312672"/>
            <a:chExt cx="113792" cy="2560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23947A5-2295-EE02-7B33-985982386F6F}"/>
                </a:ext>
              </a:extLst>
            </p:cNvPr>
            <p:cNvSpPr/>
            <p:nvPr/>
          </p:nvSpPr>
          <p:spPr>
            <a:xfrm>
              <a:off x="9180576" y="1345184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8E8B5E-857F-9D92-E6D0-A3BDEC8808C9}"/>
                </a:ext>
              </a:extLst>
            </p:cNvPr>
            <p:cNvSpPr/>
            <p:nvPr/>
          </p:nvSpPr>
          <p:spPr>
            <a:xfrm>
              <a:off x="9180576" y="1465653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88C77FCC-035B-32C2-01A2-33D388F90825}"/>
                </a:ext>
              </a:extLst>
            </p:cNvPr>
            <p:cNvCxnSpPr/>
            <p:nvPr/>
          </p:nvCxnSpPr>
          <p:spPr>
            <a:xfrm>
              <a:off x="9294368" y="1312672"/>
              <a:ext cx="0" cy="25603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89F3C29-AD13-C3E1-4039-3ACB356F9E94}"/>
              </a:ext>
            </a:extLst>
          </p:cNvPr>
          <p:cNvGrpSpPr/>
          <p:nvPr/>
        </p:nvGrpSpPr>
        <p:grpSpPr>
          <a:xfrm>
            <a:off x="8835136" y="1922853"/>
            <a:ext cx="113792" cy="256032"/>
            <a:chOff x="9180576" y="1312672"/>
            <a:chExt cx="113792" cy="25603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3B2B33C-3C8F-78ED-DEB3-92E37A69CEE5}"/>
                </a:ext>
              </a:extLst>
            </p:cNvPr>
            <p:cNvSpPr/>
            <p:nvPr/>
          </p:nvSpPr>
          <p:spPr>
            <a:xfrm>
              <a:off x="9180576" y="1345184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41C5A70-2723-CD52-1594-CA9206CD930F}"/>
                </a:ext>
              </a:extLst>
            </p:cNvPr>
            <p:cNvSpPr/>
            <p:nvPr/>
          </p:nvSpPr>
          <p:spPr>
            <a:xfrm>
              <a:off x="9180576" y="1465653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" name="Gerade Verbindung 14">
              <a:extLst>
                <a:ext uri="{FF2B5EF4-FFF2-40B4-BE49-F238E27FC236}">
                  <a16:creationId xmlns:a16="http://schemas.microsoft.com/office/drawing/2014/main" id="{90A646C4-AAA0-3977-31E3-3763F5C6634C}"/>
                </a:ext>
              </a:extLst>
            </p:cNvPr>
            <p:cNvCxnSpPr/>
            <p:nvPr/>
          </p:nvCxnSpPr>
          <p:spPr>
            <a:xfrm>
              <a:off x="9294368" y="1312672"/>
              <a:ext cx="0" cy="25603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F8078F6-DE94-0C50-CCDA-EFC225CA0B17}"/>
              </a:ext>
            </a:extLst>
          </p:cNvPr>
          <p:cNvGrpSpPr/>
          <p:nvPr/>
        </p:nvGrpSpPr>
        <p:grpSpPr>
          <a:xfrm>
            <a:off x="8835136" y="2343477"/>
            <a:ext cx="113792" cy="256032"/>
            <a:chOff x="9180576" y="1312672"/>
            <a:chExt cx="113792" cy="25603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11A6D7-A15A-6B00-A625-9299C7BFBF90}"/>
                </a:ext>
              </a:extLst>
            </p:cNvPr>
            <p:cNvSpPr/>
            <p:nvPr/>
          </p:nvSpPr>
          <p:spPr>
            <a:xfrm>
              <a:off x="9180576" y="1345184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BF3D88-909D-9EE3-421A-1DB0DC1496D7}"/>
                </a:ext>
              </a:extLst>
            </p:cNvPr>
            <p:cNvSpPr/>
            <p:nvPr/>
          </p:nvSpPr>
          <p:spPr>
            <a:xfrm>
              <a:off x="9180576" y="1465653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1A385512-5F73-90C3-6B47-5A19A0E1FD4B}"/>
                </a:ext>
              </a:extLst>
            </p:cNvPr>
            <p:cNvCxnSpPr/>
            <p:nvPr/>
          </p:nvCxnSpPr>
          <p:spPr>
            <a:xfrm>
              <a:off x="9294368" y="1312672"/>
              <a:ext cx="0" cy="25603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D78AE86-5AAA-8D37-06C5-94FFA940FE15}"/>
              </a:ext>
            </a:extLst>
          </p:cNvPr>
          <p:cNvGrpSpPr/>
          <p:nvPr/>
        </p:nvGrpSpPr>
        <p:grpSpPr>
          <a:xfrm>
            <a:off x="8835136" y="2764101"/>
            <a:ext cx="113792" cy="256032"/>
            <a:chOff x="9180576" y="1312672"/>
            <a:chExt cx="113792" cy="256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4BF5D5E-2637-7693-483D-6DC8A76CFCA1}"/>
                </a:ext>
              </a:extLst>
            </p:cNvPr>
            <p:cNvSpPr/>
            <p:nvPr/>
          </p:nvSpPr>
          <p:spPr>
            <a:xfrm>
              <a:off x="9180576" y="1345184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1CB7322-0E77-F749-A976-A82B280BF8B1}"/>
                </a:ext>
              </a:extLst>
            </p:cNvPr>
            <p:cNvSpPr/>
            <p:nvPr/>
          </p:nvSpPr>
          <p:spPr>
            <a:xfrm>
              <a:off x="9180576" y="1465653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3" name="Gerade Verbindung 22">
              <a:extLst>
                <a:ext uri="{FF2B5EF4-FFF2-40B4-BE49-F238E27FC236}">
                  <a16:creationId xmlns:a16="http://schemas.microsoft.com/office/drawing/2014/main" id="{EE7436B1-B4A4-0ADC-3486-F12BDF327727}"/>
                </a:ext>
              </a:extLst>
            </p:cNvPr>
            <p:cNvCxnSpPr/>
            <p:nvPr/>
          </p:nvCxnSpPr>
          <p:spPr>
            <a:xfrm>
              <a:off x="9294368" y="1312672"/>
              <a:ext cx="0" cy="25603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0B325AE9-402E-F4FA-37CB-C8CCD26A81C1}"/>
              </a:ext>
            </a:extLst>
          </p:cNvPr>
          <p:cNvGrpSpPr/>
          <p:nvPr/>
        </p:nvGrpSpPr>
        <p:grpSpPr>
          <a:xfrm>
            <a:off x="8835136" y="3184725"/>
            <a:ext cx="113792" cy="256032"/>
            <a:chOff x="9180576" y="1312672"/>
            <a:chExt cx="113792" cy="25603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8978641-A22F-CCB5-A495-F096F1694320}"/>
                </a:ext>
              </a:extLst>
            </p:cNvPr>
            <p:cNvSpPr/>
            <p:nvPr/>
          </p:nvSpPr>
          <p:spPr>
            <a:xfrm>
              <a:off x="9180576" y="1345184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970DF05-E2EF-36EA-F4D0-0E1A53BC9391}"/>
                </a:ext>
              </a:extLst>
            </p:cNvPr>
            <p:cNvSpPr/>
            <p:nvPr/>
          </p:nvSpPr>
          <p:spPr>
            <a:xfrm>
              <a:off x="9180576" y="1465653"/>
              <a:ext cx="73152" cy="731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7" name="Gerade Verbindung 26">
              <a:extLst>
                <a:ext uri="{FF2B5EF4-FFF2-40B4-BE49-F238E27FC236}">
                  <a16:creationId xmlns:a16="http://schemas.microsoft.com/office/drawing/2014/main" id="{A06E50C5-DFD5-992C-24EE-F7A73EB4EEFA}"/>
                </a:ext>
              </a:extLst>
            </p:cNvPr>
            <p:cNvCxnSpPr/>
            <p:nvPr/>
          </p:nvCxnSpPr>
          <p:spPr>
            <a:xfrm>
              <a:off x="9294368" y="1312672"/>
              <a:ext cx="0" cy="25603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EBDD8806-7919-AE85-E80F-4E4038D134ED}"/>
              </a:ext>
            </a:extLst>
          </p:cNvPr>
          <p:cNvCxnSpPr>
            <a:stCxn id="8" idx="1"/>
            <a:endCxn id="8" idx="2"/>
          </p:cNvCxnSpPr>
          <p:nvPr/>
        </p:nvCxnSpPr>
        <p:spPr>
          <a:xfrm flipH="1">
            <a:off x="8835136" y="1665923"/>
            <a:ext cx="10713" cy="25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>
            <a:extLst>
              <a:ext uri="{FF2B5EF4-FFF2-40B4-BE49-F238E27FC236}">
                <a16:creationId xmlns:a16="http://schemas.microsoft.com/office/drawing/2014/main" id="{D817373C-315A-33D8-7E94-C160F8F27492}"/>
              </a:ext>
            </a:extLst>
          </p:cNvPr>
          <p:cNvCxnSpPr>
            <a:cxnSpLocks/>
            <a:stCxn id="8" idx="2"/>
            <a:endCxn id="14" idx="2"/>
          </p:cNvCxnSpPr>
          <p:nvPr/>
        </p:nvCxnSpPr>
        <p:spPr>
          <a:xfrm rot="10800000" flipV="1">
            <a:off x="8835136" y="1691786"/>
            <a:ext cx="12700" cy="42062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winkelte Verbindung 32">
            <a:extLst>
              <a:ext uri="{FF2B5EF4-FFF2-40B4-BE49-F238E27FC236}">
                <a16:creationId xmlns:a16="http://schemas.microsoft.com/office/drawing/2014/main" id="{B63D3308-33B6-1D1D-98BF-142E391BDE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36914" y="2112410"/>
            <a:ext cx="12700" cy="42062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winkelte Verbindung 33">
            <a:extLst>
              <a:ext uri="{FF2B5EF4-FFF2-40B4-BE49-F238E27FC236}">
                <a16:creationId xmlns:a16="http://schemas.microsoft.com/office/drawing/2014/main" id="{0208B513-17E5-AA53-B433-FC33DAA04E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34628" y="2533034"/>
            <a:ext cx="12700" cy="42062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7F48BFD3-11E4-7A4E-0634-60F90551BEA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32342" y="2953658"/>
            <a:ext cx="12700" cy="42062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winkelte Verbindung 36">
            <a:extLst>
              <a:ext uri="{FF2B5EF4-FFF2-40B4-BE49-F238E27FC236}">
                <a16:creationId xmlns:a16="http://schemas.microsoft.com/office/drawing/2014/main" id="{C148814F-0D54-26F4-6763-97F4869F23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55230" y="3374282"/>
            <a:ext cx="2172643" cy="14552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4D97BF49-8D83-6E93-97D3-4022F49ADB04}"/>
              </a:ext>
            </a:extLst>
          </p:cNvPr>
          <p:cNvSpPr txBox="1"/>
          <p:nvPr/>
        </p:nvSpPr>
        <p:spPr>
          <a:xfrm>
            <a:off x="6799072" y="4787392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GND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EA32E1A-E63F-0A13-4EDE-5DC3AF9D2B91}"/>
              </a:ext>
            </a:extLst>
          </p:cNvPr>
          <p:cNvSpPr txBox="1"/>
          <p:nvPr/>
        </p:nvSpPr>
        <p:spPr>
          <a:xfrm>
            <a:off x="9085072" y="1532099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Taster 1 gelb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2A72C24-B414-B51B-B69E-3BF6961895BA}"/>
              </a:ext>
            </a:extLst>
          </p:cNvPr>
          <p:cNvSpPr txBox="1"/>
          <p:nvPr/>
        </p:nvSpPr>
        <p:spPr>
          <a:xfrm>
            <a:off x="9085072" y="1866189"/>
            <a:ext cx="8851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Taster 2 weiß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EE112A1-F1A7-904E-FB8C-C418C85EB215}"/>
              </a:ext>
            </a:extLst>
          </p:cNvPr>
          <p:cNvSpPr txBox="1"/>
          <p:nvPr/>
        </p:nvSpPr>
        <p:spPr>
          <a:xfrm>
            <a:off x="9081866" y="2334130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Taster 3 blau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6A7DDB4-DF68-CF71-ED8A-17776DD35E56}"/>
              </a:ext>
            </a:extLst>
          </p:cNvPr>
          <p:cNvSpPr txBox="1"/>
          <p:nvPr/>
        </p:nvSpPr>
        <p:spPr>
          <a:xfrm>
            <a:off x="9085072" y="2710078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Taster 4 rot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1E886B3-D3C2-77F4-5FB9-80C32708E071}"/>
              </a:ext>
            </a:extLst>
          </p:cNvPr>
          <p:cNvSpPr txBox="1"/>
          <p:nvPr/>
        </p:nvSpPr>
        <p:spPr>
          <a:xfrm>
            <a:off x="9085072" y="3182054"/>
            <a:ext cx="1491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Taster 5 Zugumschaltung</a:t>
            </a:r>
          </a:p>
        </p:txBody>
      </p:sp>
      <p:cxnSp>
        <p:nvCxnSpPr>
          <p:cNvPr id="46" name="Gewinkelte Verbindung 45">
            <a:extLst>
              <a:ext uri="{FF2B5EF4-FFF2-40B4-BE49-F238E27FC236}">
                <a16:creationId xmlns:a16="http://schemas.microsoft.com/office/drawing/2014/main" id="{0FF07434-681A-A87E-F0A2-8C67A47EA948}"/>
              </a:ext>
            </a:extLst>
          </p:cNvPr>
          <p:cNvCxnSpPr>
            <a:cxnSpLocks/>
            <a:stCxn id="7" idx="2"/>
          </p:cNvCxnSpPr>
          <p:nvPr/>
        </p:nvCxnSpPr>
        <p:spPr>
          <a:xfrm rot="10800000" flipV="1">
            <a:off x="6455230" y="1571317"/>
            <a:ext cx="2379907" cy="1869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winkelte Verbindung 47">
            <a:extLst>
              <a:ext uri="{FF2B5EF4-FFF2-40B4-BE49-F238E27FC236}">
                <a16:creationId xmlns:a16="http://schemas.microsoft.com/office/drawing/2014/main" id="{A1ECB951-6B4F-9A5D-C36D-F4A4F362C9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63394" y="1996586"/>
            <a:ext cx="2379907" cy="1869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winkelte Verbindung 48">
            <a:extLst>
              <a:ext uri="{FF2B5EF4-FFF2-40B4-BE49-F238E27FC236}">
                <a16:creationId xmlns:a16="http://schemas.microsoft.com/office/drawing/2014/main" id="{E207667D-D7C4-C742-5EB2-430874356B0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71558" y="2421855"/>
            <a:ext cx="2379907" cy="1869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winkelte Verbindung 49">
            <a:extLst>
              <a:ext uri="{FF2B5EF4-FFF2-40B4-BE49-F238E27FC236}">
                <a16:creationId xmlns:a16="http://schemas.microsoft.com/office/drawing/2014/main" id="{4F95104D-AD6E-1714-E09B-993772C2FC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79722" y="2847124"/>
            <a:ext cx="2379907" cy="1869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winkelte Verbindung 50">
            <a:extLst>
              <a:ext uri="{FF2B5EF4-FFF2-40B4-BE49-F238E27FC236}">
                <a16:creationId xmlns:a16="http://schemas.microsoft.com/office/drawing/2014/main" id="{1F668F7A-A4E1-C18C-2E37-9D5A4878CF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87886" y="3272393"/>
            <a:ext cx="2379907" cy="186944"/>
          </a:xfrm>
          <a:prstGeom prst="bentConnector3">
            <a:avLst>
              <a:gd name="adj1" fmla="val 691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85191790-E6C9-F9AA-4D68-E555B51960C7}"/>
              </a:ext>
            </a:extLst>
          </p:cNvPr>
          <p:cNvSpPr txBox="1"/>
          <p:nvPr/>
        </p:nvSpPr>
        <p:spPr>
          <a:xfrm>
            <a:off x="6442531" y="1558718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25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B94DE699-0251-D290-401B-60F73318A5F3}"/>
              </a:ext>
            </a:extLst>
          </p:cNvPr>
          <p:cNvSpPr txBox="1"/>
          <p:nvPr/>
        </p:nvSpPr>
        <p:spPr>
          <a:xfrm>
            <a:off x="6085990" y="-1669956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25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4641404-E9C9-5B5B-1DAE-228EBF5F9ACE}"/>
              </a:ext>
            </a:extLst>
          </p:cNvPr>
          <p:cNvSpPr txBox="1"/>
          <p:nvPr/>
        </p:nvSpPr>
        <p:spPr>
          <a:xfrm>
            <a:off x="6439030" y="1971505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26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BFB39ADD-B931-51B1-872D-FCBE533A2201}"/>
              </a:ext>
            </a:extLst>
          </p:cNvPr>
          <p:cNvSpPr txBox="1"/>
          <p:nvPr/>
        </p:nvSpPr>
        <p:spPr>
          <a:xfrm>
            <a:off x="6435529" y="2384292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27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A76BA0F-8FF6-B70F-A311-42FF0ABF78E6}"/>
              </a:ext>
            </a:extLst>
          </p:cNvPr>
          <p:cNvSpPr txBox="1"/>
          <p:nvPr/>
        </p:nvSpPr>
        <p:spPr>
          <a:xfrm>
            <a:off x="6432028" y="2797079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24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9C9485A8-9A63-B469-90BB-E9E715FD084C}"/>
              </a:ext>
            </a:extLst>
          </p:cNvPr>
          <p:cNvSpPr txBox="1"/>
          <p:nvPr/>
        </p:nvSpPr>
        <p:spPr>
          <a:xfrm>
            <a:off x="6428527" y="3209866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12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1309E205-7D04-1505-8F4B-7073604F34FE}"/>
              </a:ext>
            </a:extLst>
          </p:cNvPr>
          <p:cNvSpPr/>
          <p:nvPr/>
        </p:nvSpPr>
        <p:spPr>
          <a:xfrm>
            <a:off x="3364992" y="2322722"/>
            <a:ext cx="52832" cy="473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2" name="Gewinkelte Verbindung 61">
            <a:extLst>
              <a:ext uri="{FF2B5EF4-FFF2-40B4-BE49-F238E27FC236}">
                <a16:creationId xmlns:a16="http://schemas.microsoft.com/office/drawing/2014/main" id="{D570FF0B-FD6E-5893-B26A-A01CD44A9349}"/>
              </a:ext>
            </a:extLst>
          </p:cNvPr>
          <p:cNvCxnSpPr>
            <a:cxnSpLocks/>
            <a:stCxn id="60" idx="0"/>
          </p:cNvCxnSpPr>
          <p:nvPr/>
        </p:nvCxnSpPr>
        <p:spPr>
          <a:xfrm rot="5400000" flipH="1" flipV="1">
            <a:off x="3837802" y="1419796"/>
            <a:ext cx="456533" cy="13493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winkelte Verbindung 64">
            <a:extLst>
              <a:ext uri="{FF2B5EF4-FFF2-40B4-BE49-F238E27FC236}">
                <a16:creationId xmlns:a16="http://schemas.microsoft.com/office/drawing/2014/main" id="{DD2B3730-E706-21DF-020A-0DE1CC61738F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3038184" y="3149837"/>
            <a:ext cx="2063934" cy="1357486"/>
          </a:xfrm>
          <a:prstGeom prst="bentConnector3">
            <a:avLst>
              <a:gd name="adj1" fmla="val 1002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5EF0DF48-BB9F-34C5-3773-FD586ADF56F0}"/>
              </a:ext>
            </a:extLst>
          </p:cNvPr>
          <p:cNvSpPr txBox="1"/>
          <p:nvPr/>
        </p:nvSpPr>
        <p:spPr>
          <a:xfrm>
            <a:off x="3986494" y="4829484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GND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0A470127-98CC-DB24-E0FE-A4C7F490D95A}"/>
              </a:ext>
            </a:extLst>
          </p:cNvPr>
          <p:cNvSpPr txBox="1"/>
          <p:nvPr/>
        </p:nvSpPr>
        <p:spPr>
          <a:xfrm>
            <a:off x="3773134" y="1664136"/>
            <a:ext cx="4203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3.3V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17A6A2F2-D131-7A07-676D-086A8B155227}"/>
              </a:ext>
            </a:extLst>
          </p:cNvPr>
          <p:cNvCxnSpPr>
            <a:stCxn id="60" idx="3"/>
          </p:cNvCxnSpPr>
          <p:nvPr/>
        </p:nvCxnSpPr>
        <p:spPr>
          <a:xfrm flipV="1">
            <a:off x="3417824" y="2559667"/>
            <a:ext cx="1322905" cy="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A610FD1B-B4AD-B29F-432B-758086C5AA81}"/>
              </a:ext>
            </a:extLst>
          </p:cNvPr>
          <p:cNvSpPr txBox="1"/>
          <p:nvPr/>
        </p:nvSpPr>
        <p:spPr>
          <a:xfrm>
            <a:off x="4066068" y="2348382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Pin 15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779388D6-2B0D-8225-7F0E-C4EA940CFF51}"/>
              </a:ext>
            </a:extLst>
          </p:cNvPr>
          <p:cNvGrpSpPr/>
          <p:nvPr/>
        </p:nvGrpSpPr>
        <p:grpSpPr>
          <a:xfrm rot="10800000">
            <a:off x="2762129" y="3339419"/>
            <a:ext cx="231648" cy="202676"/>
            <a:chOff x="2747264" y="2507402"/>
            <a:chExt cx="231648" cy="202676"/>
          </a:xfrm>
        </p:grpSpPr>
        <p:sp>
          <p:nvSpPr>
            <p:cNvPr id="75" name="Dreieck 74">
              <a:extLst>
                <a:ext uri="{FF2B5EF4-FFF2-40B4-BE49-F238E27FC236}">
                  <a16:creationId xmlns:a16="http://schemas.microsoft.com/office/drawing/2014/main" id="{59009999-5A25-B81E-409A-284775279632}"/>
                </a:ext>
              </a:extLst>
            </p:cNvPr>
            <p:cNvSpPr/>
            <p:nvPr/>
          </p:nvSpPr>
          <p:spPr>
            <a:xfrm>
              <a:off x="2763520" y="2559667"/>
              <a:ext cx="195072" cy="150411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1E628E0A-23C5-5CD9-089A-F40C8A07DBCB}"/>
                </a:ext>
              </a:extLst>
            </p:cNvPr>
            <p:cNvSpPr/>
            <p:nvPr/>
          </p:nvSpPr>
          <p:spPr>
            <a:xfrm>
              <a:off x="2747264" y="2507402"/>
              <a:ext cx="231648" cy="52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8" name="Rechteck 77">
            <a:extLst>
              <a:ext uri="{FF2B5EF4-FFF2-40B4-BE49-F238E27FC236}">
                <a16:creationId xmlns:a16="http://schemas.microsoft.com/office/drawing/2014/main" id="{D296AEC1-F395-AFDB-3734-475DFEE6844C}"/>
              </a:ext>
            </a:extLst>
          </p:cNvPr>
          <p:cNvSpPr/>
          <p:nvPr/>
        </p:nvSpPr>
        <p:spPr>
          <a:xfrm>
            <a:off x="2800096" y="2630513"/>
            <a:ext cx="158496" cy="3231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A9857802-CA0D-79D3-E23D-9F8D5D951649}"/>
              </a:ext>
            </a:extLst>
          </p:cNvPr>
          <p:cNvSpPr txBox="1"/>
          <p:nvPr/>
        </p:nvSpPr>
        <p:spPr>
          <a:xfrm>
            <a:off x="2421105" y="2669410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220</a:t>
            </a:r>
          </a:p>
        </p:txBody>
      </p:sp>
      <p:cxnSp>
        <p:nvCxnSpPr>
          <p:cNvPr id="81" name="Gewinkelte Verbindung 80">
            <a:extLst>
              <a:ext uri="{FF2B5EF4-FFF2-40B4-BE49-F238E27FC236}">
                <a16:creationId xmlns:a16="http://schemas.microsoft.com/office/drawing/2014/main" id="{13979432-3D41-B232-F1C3-D172A0DDF7EF}"/>
              </a:ext>
            </a:extLst>
          </p:cNvPr>
          <p:cNvCxnSpPr>
            <a:cxnSpLocks/>
            <a:endCxn id="78" idx="0"/>
          </p:cNvCxnSpPr>
          <p:nvPr/>
        </p:nvCxnSpPr>
        <p:spPr>
          <a:xfrm rot="5400000">
            <a:off x="2753214" y="1992319"/>
            <a:ext cx="764324" cy="512064"/>
          </a:xfrm>
          <a:prstGeom prst="bentConnector3">
            <a:avLst>
              <a:gd name="adj1" fmla="val 5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winkelte Verbindung 84">
            <a:extLst>
              <a:ext uri="{FF2B5EF4-FFF2-40B4-BE49-F238E27FC236}">
                <a16:creationId xmlns:a16="http://schemas.microsoft.com/office/drawing/2014/main" id="{4B9FC18E-7942-0559-9D5B-B5654D2BEF7E}"/>
              </a:ext>
            </a:extLst>
          </p:cNvPr>
          <p:cNvCxnSpPr>
            <a:cxnSpLocks/>
            <a:stCxn id="78" idx="2"/>
            <a:endCxn id="75" idx="3"/>
          </p:cNvCxnSpPr>
          <p:nvPr/>
        </p:nvCxnSpPr>
        <p:spPr>
          <a:xfrm rot="16200000" flipH="1">
            <a:off x="2686784" y="3146217"/>
            <a:ext cx="385761" cy="6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winkelte Verbindung 87">
            <a:extLst>
              <a:ext uri="{FF2B5EF4-FFF2-40B4-BE49-F238E27FC236}">
                <a16:creationId xmlns:a16="http://schemas.microsoft.com/office/drawing/2014/main" id="{3BC0F255-BA09-8C94-D367-500A007ECF77}"/>
              </a:ext>
            </a:extLst>
          </p:cNvPr>
          <p:cNvCxnSpPr>
            <a:cxnSpLocks/>
            <a:stCxn id="76" idx="0"/>
          </p:cNvCxnSpPr>
          <p:nvPr/>
        </p:nvCxnSpPr>
        <p:spPr>
          <a:xfrm rot="16200000" flipH="1">
            <a:off x="2475454" y="3944594"/>
            <a:ext cx="1318452" cy="513454"/>
          </a:xfrm>
          <a:prstGeom prst="bentConnector3">
            <a:avLst>
              <a:gd name="adj1" fmla="val 996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9188B3F0-683B-5689-0611-8126C6CCA77F}"/>
              </a:ext>
            </a:extLst>
          </p:cNvPr>
          <p:cNvSpPr txBox="1"/>
          <p:nvPr/>
        </p:nvSpPr>
        <p:spPr>
          <a:xfrm>
            <a:off x="2263669" y="3315321"/>
            <a:ext cx="3802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n>
                  <a:solidFill>
                    <a:sysClr val="windowText" lastClr="000000"/>
                  </a:solidFill>
                </a:ln>
              </a:rPr>
              <a:t>LED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65EEC5-125B-9A5A-1462-684A0B51A32E}"/>
              </a:ext>
            </a:extLst>
          </p:cNvPr>
          <p:cNvSpPr/>
          <p:nvPr/>
        </p:nvSpPr>
        <p:spPr>
          <a:xfrm>
            <a:off x="2263669" y="2421855"/>
            <a:ext cx="972691" cy="15234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highlight>
                <a:srgbClr val="FF0000"/>
              </a:highlight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917F40-A311-4732-75C7-E4EF76E5DD09}"/>
              </a:ext>
            </a:extLst>
          </p:cNvPr>
          <p:cNvSpPr txBox="1"/>
          <p:nvPr/>
        </p:nvSpPr>
        <p:spPr>
          <a:xfrm>
            <a:off x="495796" y="3228415"/>
            <a:ext cx="22143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Kann entfallen</a:t>
            </a:r>
          </a:p>
          <a:p>
            <a:r>
              <a:rPr lang="de-DE" dirty="0" err="1"/>
              <a:t>Enn</a:t>
            </a:r>
            <a:r>
              <a:rPr lang="de-DE" dirty="0"/>
              <a:t> Rückmeldung</a:t>
            </a:r>
          </a:p>
          <a:p>
            <a:r>
              <a:rPr lang="de-DE" dirty="0"/>
              <a:t>Akustisch erfolgt</a:t>
            </a:r>
          </a:p>
          <a:p>
            <a:r>
              <a:rPr lang="de-DE" dirty="0"/>
              <a:t>(neue Version Sketch)</a:t>
            </a:r>
          </a:p>
        </p:txBody>
      </p:sp>
    </p:spTree>
    <p:extLst>
      <p:ext uri="{BB962C8B-B14F-4D97-AF65-F5344CB8AC3E}">
        <p14:creationId xmlns:p14="http://schemas.microsoft.com/office/powerpoint/2010/main" val="17133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Macintosh PowerPoint</Application>
  <PresentationFormat>Breitbild</PresentationFormat>
  <Paragraphs>22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Ralf Z</dc:creator>
  <cp:lastModifiedBy>Ralf Z</cp:lastModifiedBy>
  <cp:revision>3</cp:revision>
  <dcterms:created xsi:type="dcterms:W3CDTF">2025-02-16T16:06:11Z</dcterms:created>
  <dcterms:modified xsi:type="dcterms:W3CDTF">2025-02-18T13:27:47Z</dcterms:modified>
</cp:coreProperties>
</file>